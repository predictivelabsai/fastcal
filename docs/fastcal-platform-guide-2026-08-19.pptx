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FastCal</a:t>
            </a:r>
            <a:br/>
            <a:r>
              <a:t>Platform Guide</a:t>
            </a:r>
          </a:p>
          <a:p>
            <a:pPr>
              <a:defRPr sz="1800">
                <a:solidFill>
                  <a:srgbClr val="F97316"/>
                </a:solidFill>
              </a:defRPr>
            </a:pPr>
            <a:r>
              <a:t>2026-08-19  •  https://cal.fastsme.com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FastCal is the open, tenant-native team calendar in the FastOffice suite. It provides individual, collective, and weighted round-robin event types, timezone-safe availability, Google Calendar conflict prevention, FastMeet rooms, public booking links, cancellation, notifications, and a versioned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Make time work for everyone.</a:t>
            </a:r>
          </a:p>
        </p:txBody>
      </p:sp>
      <p:pic>
        <p:nvPicPr>
          <p:cNvPr id="3" name="Picture 2" descr="01-make-time-work-for-everyone.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OPEN TEAM CALENDAR Make time work for everyone. Coordinate calendars, availability, recurring events, reminders and FastMeet links in one open workspace. Open FastCal Mon Tue Team planning Wed Thu Fri Shared calendars Keep team schedules visible without giving</a:t>
            </a:r>
          </a:p>
          <a:p>
            <a:pPr>
              <a:defRPr sz="900">
                <a:solidFill>
                  <a:srgbClr val="F97316"/>
                </a:solidFill>
              </a:defRPr>
            </a:pPr>
            <a:r>
              <a:t>https://cal.fastsme.com/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2-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1596677780%3A1787122651061383&amp;access_type=offline&amp;client_id=887059023987-2a7spj1m82eivobdbt1itb3cqca6tpt1.apps.googleusercontent.com&amp;include_granted_scopes=true&amp;o2v=2&amp;prompt=consent+select_account&amp;redirect_uri=https%3A%2F%2Fcal.fastsme.com%2Fauth%2Fgoogle%2Fcallback&amp;response_type=code&amp;scope=openid+email+profile+https%3A%2F%2Fwww.googleapis.com%2Fauth%2Fcalendar&amp;service=lso&amp;state=2dSgsMRSHV6GWvtRpV0jlzEds_cmnOtnReGPM91WP3M&amp;flowName=GeneralOAuthLite&amp;continue=https%3A%2F%2Faccounts.google.com%2Fsignin%2Foauth%2Flegacy%2Fconsent%3Fauthuser%3Dunknown%26part%3DAJi8hAM91P28t2r8gqjTdx98-RKWIjBvybf7Kjhi_yfYmLBy5ujZiNgEqUapkw-3lXfaVHZUyOA4_fHNzq_5J6eYw9ktanqZRjqRXk3tTF251QlolEVGJymc-phIbl1T36xRGwDnRJz3iz-jo7Hg5VD2953i4dOIpiWAHlVR99fBtSSdLXn0WnmxPIbycwhfW2fNkmInwDdRFyz3AwTgVb4wvFzL1qWXgDRT7YQySZ0TjIEpV9gbgnPAELkOefn_8DVZr0qvlX_QjGx_1kUYDQOgDQycDCFfFRNzt2TCS_iWVDFeqT6sOiDykAlmzCcv0pRkxh3VGc6fJ_GL45IrPKKI3pQ7bOJbRH6oqOd_FHcERE05NHGaSnzhgi6k1HTyXhzKarg23XcFVfeeiCQfPqir1X1t4yCdqaDsQa-b3_tDSPb2bbHMY9s8F63dKKSB3E5_7iWPQmxxYh2D3xZpxHxw0X7tNhuhnmHpMXnWVBPZO51qaA-r82M%26flowName%3DGeneralOAuthFlow%26as%3DS1596677780%253A1787122651061383%26client_id%3D887059023987-2a7spj1m82eivobdbt1itb3cqca6tpt1.apps.googleusercontent.com%23&amp;app_domain=https%3A%2F%2Fcal.fastsme.com&amp;rart=ANgoxcd0q6daE19FzFSs0vceVbohNyrVEzVVIC5Zz2EuwoH23adLILSHasACdQDHulJlazz5OzteOw5EsLG-ordtIuVGOjbE8IR1f4GmDtqbFFWaYHUXN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FastCal developer API</a:t>
            </a:r>
          </a:p>
        </p:txBody>
      </p:sp>
      <p:pic>
        <p:nvPicPr>
          <p:cNvPr id="3" name="Picture 2" descr="03-fastcal-developer-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FastCal developer API Team event types, availability, slots, bookings and round-robin scheduling. Swagger UI · OpenAPI JSON Authentication FastOffice issues short-lived, audience-bound bearer grants for tenant access. Interoperability Google Calendar supplies</a:t>
            </a:r>
          </a:p>
          <a:p>
            <a:pPr>
              <a:defRPr sz="900">
                <a:solidFill>
                  <a:srgbClr val="F97316"/>
                </a:solidFill>
              </a:defRPr>
            </a:pPr>
            <a:r>
              <a:t>https://cal.fastsme.com/developers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Welcome to your work.</a:t>
            </a:r>
          </a:p>
        </p:txBody>
      </p:sp>
      <p:pic>
        <p:nvPicPr>
          <p:cNvPr id="3" name="Picture 2" descr="04-welcome-to-your-work.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 Back F FastOffice ONE CONNECTED WORKSPACE Welcome to your work. Sign in once to open every FastOffice product. D S P ✦ Sign in to FastOffice Use your email and password or continue with Google. Continue with Google or Email Password Forgot password? Sign in</a:t>
            </a:r>
          </a:p>
          <a:p>
            <a:pPr>
              <a:defRPr sz="900">
                <a:solidFill>
                  <a:srgbClr val="F97316"/>
                </a:solidFill>
              </a:defRPr>
            </a:pPr>
            <a:r>
              <a:t>https://office.fastsme.com/login?next=/launch/calendar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